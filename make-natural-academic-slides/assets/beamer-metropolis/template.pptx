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12457746364563" /><Relationship Type="http://schemas.openxmlformats.org/officeDocument/2006/relationships/extended-properties" Target="/docProps/app.xml" Id="Re4fb9de28bfc452b" /><Relationship Type="http://schemas.openxmlformats.org/officeDocument/2006/relationships/officeDocument" Target="/ppt/presentation.xml" Id="R80da58a582cf44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e1bb8c13e4b7d"/>
  </p:sldMasterIdLst>
  <p:notesMasterIdLst>
    <p:notesMasterId xmlns:r="http://schemas.openxmlformats.org/officeDocument/2006/relationships" r:id="Rb2f2b8ff282440a3"/>
  </p:notesMasterIdLst>
  <p:sldIdLst>
    <p:sldId xmlns:r="http://schemas.openxmlformats.org/officeDocument/2006/relationships" id="256" r:id="Ree1c2618b04249dd"/>
    <p:sldId xmlns:r="http://schemas.openxmlformats.org/officeDocument/2006/relationships" id="257" r:id="R26a935c241ae43a9"/>
    <p:sldId xmlns:r="http://schemas.openxmlformats.org/officeDocument/2006/relationships" id="258" r:id="R537c9ef7255c43e5"/>
    <p:sldId xmlns:r="http://schemas.openxmlformats.org/officeDocument/2006/relationships" id="259" r:id="R1c0ca3d4cedd4e47"/>
    <p:sldId xmlns:r="http://schemas.openxmlformats.org/officeDocument/2006/relationships" id="260" r:id="Ra7bdcd3ef8864130"/>
    <p:sldId xmlns:r="http://schemas.openxmlformats.org/officeDocument/2006/relationships" id="261" r:id="Rd79a053a9ef844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e9f5483a7044fd" /><Relationship Type="http://schemas.openxmlformats.org/officeDocument/2006/relationships/slideMaster" Target="/ppt/slideMasters/slideMaster1.xml" Id="R366e1bb8c13e4b7d" /><Relationship Type="http://schemas.openxmlformats.org/officeDocument/2006/relationships/notesMaster" Target="/ppt/notesMasters/notesMaster1.xml" Id="Rb2f2b8ff282440a3" /><Relationship Type="http://schemas.openxmlformats.org/officeDocument/2006/relationships/presProps" Target="/ppt/presProps.xml" Id="Rd4f0f74db23a4ab9" /><Relationship Type="http://schemas.openxmlformats.org/officeDocument/2006/relationships/tableStyles" Target="/ppt/tableStyles.xml" Id="R633bafd441fc4f5d" /><Relationship Type="http://schemas.openxmlformats.org/officeDocument/2006/relationships/slide" Target="/ppt/slides/slide1.xml" Id="Ree1c2618b04249dd" /><Relationship Type="http://schemas.openxmlformats.org/officeDocument/2006/relationships/slide" Target="/ppt/slides/slide2.xml" Id="R26a935c241ae43a9" /><Relationship Type="http://schemas.openxmlformats.org/officeDocument/2006/relationships/slide" Target="/ppt/slides/slide3.xml" Id="R537c9ef7255c43e5" /><Relationship Type="http://schemas.openxmlformats.org/officeDocument/2006/relationships/slide" Target="/ppt/slides/slide4.xml" Id="R1c0ca3d4cedd4e47" /><Relationship Type="http://schemas.openxmlformats.org/officeDocument/2006/relationships/slide" Target="/ppt/slides/slide5.xml" Id="Ra7bdcd3ef8864130" /><Relationship Type="http://schemas.openxmlformats.org/officeDocument/2006/relationships/slide" Target="/ppt/slides/slide6.xml" Id="Rd79a053a9ef844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016855e617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02d30cbec4294" /><Relationship Type="http://schemas.openxmlformats.org/officeDocument/2006/relationships/notesMaster" Target="/ppt/notesMasters/notesMaster1.xml" Id="Rf289d14e752a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51ab59b804766" /><Relationship Type="http://schemas.openxmlformats.org/officeDocument/2006/relationships/notesMaster" Target="/ppt/notesMasters/notesMaster1.xml" Id="Rf0e4f9c1fc4b45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f1cb1996c34292" /><Relationship Type="http://schemas.openxmlformats.org/officeDocument/2006/relationships/notesMaster" Target="/ppt/notesMasters/notesMaster1.xml" Id="R7706b964d03d4f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63b026dff4ac4" /><Relationship Type="http://schemas.openxmlformats.org/officeDocument/2006/relationships/notesMaster" Target="/ppt/notesMasters/notesMaster1.xml" Id="Rf47c998479e944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03f630d66f4e47" /><Relationship Type="http://schemas.openxmlformats.org/officeDocument/2006/relationships/notesMaster" Target="/ppt/notesMasters/notesMaster1.xml" Id="R11acfe59881b40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1b619eda4649da" /><Relationship Type="http://schemas.openxmlformats.org/officeDocument/2006/relationships/notesMaster" Target="/ppt/notesMasters/notesMaster1.xml" Id="R2043e57fe49d4e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adapted from Metropolis by Matthias Vogelgesang and contributors, version 1.2. https://github.com/matze/mtheme . Native editable PowerPoint adaptation for Chinese medical literature reports. Template licensed CC-BY-SA-4.0. See accompanying NOTICE.txt.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adapted from Metropolis by Matthias Vogelgesang and contributors, version 1.2. https://github.com/matze/mtheme . Native editable PowerPoint adaptation for Chinese medical literature reports. Template licensed CC-BY-SA-4.0. See accompanying NOTICE.txt.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adapted from Metropolis by Matthias Vogelgesang and contributors, version 1.2. https://github.com/matze/mtheme . Native editable PowerPoint adaptation for Chinese medical literature reports. Template licensed CC-BY-SA-4.0. See accompanying NOTICE.txt.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adapted from Metropolis by Matthias Vogelgesang and contributors, version 1.2. https://github.com/matze/mtheme . Native editable PowerPoint adaptation for Chinese medical literature reports. Template licensed CC-BY-SA-4.0. See accompanying NOTICE.txt.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adapted from Metropolis by Matthias Vogelgesang and contributors, version 1.2. https://github.com/matze/mtheme . Native editable PowerPoint adaptation for Chinese medical literature reports. Template licensed CC-BY-SA-4.0. See accompanying NOTICE.txt.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adapted from Metropolis by Matthias Vogelgesang and contributors, version 1.2. https://github.com/matze/mtheme . Native editable PowerPoint adaptation for Chinese medical literature reports. Template licensed CC-BY-SA-4.0. See accompanying NOTICE.txt.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f6ffb891042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7253b163245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feabb90c543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b27ccd04446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4eb41629440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e9c04190c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0714E8-5102-4491-8EE5-08EFE1403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517D90-49C8-456F-9946-71C8349643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E7CD09-CBA4-4FBB-B716-45F22E4B4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AA6338-B239-437B-963D-7DCE43F0B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AAE1FF-4175-4DB2-8A24-5C148B1EF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A69C64-4A74-49B2-9391-DD8F1CB2E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821D56-83A9-452D-BBF6-80371CAA20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E815FE-9BD5-4715-82BA-8C9707F834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8112DC-C106-4C3A-99EA-63A54EFBF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7BACBC-E0B2-412D-9D7D-8E9AEBD861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3127756a6d42e3" /><Relationship Type="http://schemas.openxmlformats.org/officeDocument/2006/relationships/slideLayout" Target="/ppt/slideLayouts/slideLayout1.xml" Id="R937690c3d193402c" /><Relationship Type="http://schemas.openxmlformats.org/officeDocument/2006/relationships/slideLayout" Target="/ppt/slideLayouts/slideLayout2.xml" Id="R1a4dd83a16824bfc" /><Relationship Type="http://schemas.openxmlformats.org/officeDocument/2006/relationships/slideLayout" Target="/ppt/slideLayouts/slideLayout3.xml" Id="R01cf9e3528974c2d" /><Relationship Type="http://schemas.openxmlformats.org/officeDocument/2006/relationships/slideLayout" Target="/ppt/slideLayouts/slideLayout4.xml" Id="R3b009e14233949c0" /><Relationship Type="http://schemas.openxmlformats.org/officeDocument/2006/relationships/slideLayout" Target="/ppt/slideLayouts/slideLayout5.xml" Id="Rc3c1b22ad5894fa1" /><Relationship Type="http://schemas.openxmlformats.org/officeDocument/2006/relationships/slideLayout" Target="/ppt/slideLayouts/slideLayout6.xml" Id="Rfd8fce5cb3b14c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690c3d193402c"/>
    <p:sldLayoutId xmlns:r="http://schemas.openxmlformats.org/officeDocument/2006/relationships" id="2147483650" r:id="R1a4dd83a16824bfc"/>
    <p:sldLayoutId xmlns:r="http://schemas.openxmlformats.org/officeDocument/2006/relationships" id="2147483651" r:id="R01cf9e3528974c2d"/>
    <p:sldLayoutId xmlns:r="http://schemas.openxmlformats.org/officeDocument/2006/relationships" id="2147483652" r:id="R3b009e14233949c0"/>
    <p:sldLayoutId xmlns:r="http://schemas.openxmlformats.org/officeDocument/2006/relationships" id="2147483653" r:id="Rc3c1b22ad5894fa1"/>
    <p:sldLayoutId xmlns:r="http://schemas.openxmlformats.org/officeDocument/2006/relationships" id="2147483654" r:id="Rfd8fce5cb3b14c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9a8d841184232" /><Relationship Type="http://schemas.openxmlformats.org/officeDocument/2006/relationships/notesSlide" Target="/ppt/notesSlides/notesSlide1.xml" Id="Red965cc68902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f6af97b1a437d" /><Relationship Type="http://schemas.openxmlformats.org/officeDocument/2006/relationships/notesSlide" Target="/ppt/notesSlides/notesSlide2.xml" Id="Rebf898ec26bd4b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e784e0fc54912" /><Relationship Type="http://schemas.openxmlformats.org/officeDocument/2006/relationships/notesSlide" Target="/ppt/notesSlides/notesSlide3.xml" Id="Rd13cf4118a7b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d70c3018a412e" /><Relationship Type="http://schemas.openxmlformats.org/officeDocument/2006/relationships/notesSlide" Target="/ppt/notesSlides/notesSlide4.xml" Id="Rcf7d0e9a4d574b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01a397b774514" /><Relationship Type="http://schemas.openxmlformats.org/officeDocument/2006/relationships/notesSlide" Target="/ppt/notesSlides/notesSlide5.xml" Id="R9d76449173e149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6abd43d2f49b0" /><Relationship Type="http://schemas.openxmlformats.org/officeDocument/2006/relationships/notesSlide" Target="/ppt/notesSlides/notesSlide6.xml" Id="R101df8c6f7a44f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per_title">
            <a:extLst xmlns:a="http://schemas.openxmlformats.org/drawingml/2006/main">
              <a:ext uri="{FF2B5EF4-FFF2-40B4-BE49-F238E27FC236}">
                <a16:creationId xmlns:a16="http://schemas.microsoft.com/office/drawing/2014/main" id="{0EC5400E-4D10-4C18-80CA-1AEA2C4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58102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文献完整题名</a:t>
            </a:r>
          </a:p>
        </p:txBody>
      </p:sp>
      <p:sp>
        <p:nvSpPr>
          <p:cNvPr id="2" name="journal">
            <a:extLst xmlns:a="http://schemas.openxmlformats.org/drawingml/2006/main">
              <a:ext uri="{FF2B5EF4-FFF2-40B4-BE49-F238E27FC236}">
                <a16:creationId xmlns:a16="http://schemas.microsoft.com/office/drawing/2014/main" id="{D7B7E114-9C3F-4576-842A-A6049768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B811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B811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EB811B"/>
                </a:solidFill>
                <a:latin typeface="Hiragino Sans GB"/>
                <a:ea typeface="Hiragino Sans GB"/>
                <a:cs typeface="Hiragino Sans GB"/>
              </a:rPr>
              <a:t>期刊：________________</a:t>
            </a:r>
          </a:p>
        </p:txBody>
      </p:sp>
      <p:sp>
        <p:nvSpPr>
          <p:cNvPr id="3" name="impact_factor">
            <a:extLst xmlns:a="http://schemas.openxmlformats.org/drawingml/2006/main">
              <a:ext uri="{FF2B5EF4-FFF2-40B4-BE49-F238E27FC236}">
                <a16:creationId xmlns:a16="http://schemas.microsoft.com/office/drawing/2014/main" id="{9220A767-C733-4BF6-B1F5-76885183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IF：______（______ 年）</a:t>
            </a:r>
          </a:p>
        </p:txBody>
      </p:sp>
      <p:sp>
        <p:nvSpPr>
          <p:cNvPr id="4" name="presenter_name">
            <a:extLst xmlns:a="http://schemas.openxmlformats.org/drawingml/2006/main">
              <a:ext uri="{FF2B5EF4-FFF2-40B4-BE49-F238E27FC236}">
                <a16:creationId xmlns:a16="http://schemas.microsoft.com/office/drawing/2014/main" id="{202EEA25-C2C4-43A4-8552-57AB4E9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演讲者：________________</a:t>
            </a:r>
          </a:p>
        </p:txBody>
      </p:sp>
      <p:sp>
        <p:nvSpPr>
          <p:cNvPr id="5" name="presenter_date">
            <a:extLst xmlns:a="http://schemas.openxmlformats.org/drawingml/2006/main">
              <a:ext uri="{FF2B5EF4-FFF2-40B4-BE49-F238E27FC236}">
                <a16:creationId xmlns:a16="http://schemas.microsoft.com/office/drawing/2014/main" id="{F9B236E7-E2FE-4097-B794-4E5B272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日期：________________</a:t>
            </a:r>
          </a:p>
        </p:txBody>
      </p:sp>
      <p:sp>
        <p:nvSpPr>
          <p:cNvPr id="6" name="title_capture">
            <a:extLst xmlns:a="http://schemas.openxmlformats.org/drawingml/2006/main">
              <a:ext uri="{FF2B5EF4-FFF2-40B4-BE49-F238E27FC236}">
                <a16:creationId xmlns:a16="http://schemas.microsoft.com/office/drawing/2014/main" id="{AE6EC9D2-4FCF-484E-9502-84FDA068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38300"/>
            <a:ext cx="44386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rPr>
              <a:t>原文题名图</a:t>
            </a:r>
          </a:p>
        </p:txBody>
      </p:sp>
    </p:spTree>
    <p:extLst>
      <p:ext uri="{BB962C8B-B14F-4D97-AF65-F5344CB8AC3E}">
        <p14:creationId xmlns:p14="http://schemas.microsoft.com/office/powerpoint/2010/main" val="832296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jor">
            <a:extLst xmlns:a="http://schemas.openxmlformats.org/drawingml/2006/main">
              <a:ext uri="{FF2B5EF4-FFF2-40B4-BE49-F238E27FC236}">
                <a16:creationId xmlns:a16="http://schemas.microsoft.com/office/drawing/2014/main" id="{F9A87261-FDEA-41A4-B50C-0C53B45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85800" tIns="180975" rIns="685800" bIns="11430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作者</a:t>
            </a:r>
          </a:p>
        </p:txBody>
      </p:sp>
      <p:sp>
        <p:nvSpPr>
          <p:cNvPr id="2" name="minor">
            <a:extLst xmlns:a="http://schemas.openxmlformats.org/drawingml/2006/main">
              <a:ext uri="{FF2B5EF4-FFF2-40B4-BE49-F238E27FC236}">
                <a16:creationId xmlns:a16="http://schemas.microsoft.com/office/drawing/2014/main" id="{80A663F4-6E6E-41F3-A7E1-B46A16BB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简介</a:t>
            </a:r>
          </a:p>
        </p:txBody>
      </p:sp>
      <p:sp>
        <p:nvSpPr>
          <p:cNvPr id="3" name="portrait">
            <a:extLst xmlns:a="http://schemas.openxmlformats.org/drawingml/2006/main">
              <a:ext uri="{FF2B5EF4-FFF2-40B4-BE49-F238E27FC236}">
                <a16:creationId xmlns:a16="http://schemas.microsoft.com/office/drawing/2014/main" id="{2B6CD50D-0945-4A43-88B7-89901F30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rPr>
              <a:t>作者照片</a:t>
            </a:r>
          </a:p>
        </p:txBody>
      </p:sp>
      <p:sp>
        <p:nvSpPr>
          <p:cNvPr id="4" name="author_identity">
            <a:extLst xmlns:a="http://schemas.openxmlformats.org/drawingml/2006/main">
              <a:ext uri="{FF2B5EF4-FFF2-40B4-BE49-F238E27FC236}">
                <a16:creationId xmlns:a16="http://schemas.microsoft.com/office/drawing/2014/main" id="{C2CD215E-A7A9-4773-931F-8C988937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作者姓名</a:t>
            </a:r>
          </a:p>
          <a:p xmlns:a="http://schemas.openxmlformats.org/drawingml/2006/main">
            <a:pPr algn="l">
              <a:defRPr sz="165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学术任职</a:t>
            </a:r>
          </a:p>
          <a:p xmlns:a="http://schemas.openxmlformats.org/drawingml/2006/main">
            <a:pPr algn="l">
              <a:defRPr sz="165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所在机构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7420779-B048-4379-BF18-AF817CD0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71818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根据已发表论文介绍研究领域，并说明代表性工作的具体内容。</a:t>
            </a:r>
          </a:p>
        </p:txBody>
      </p:sp>
    </p:spTree>
    <p:extLst>
      <p:ext uri="{BB962C8B-B14F-4D97-AF65-F5344CB8AC3E}">
        <p14:creationId xmlns:p14="http://schemas.microsoft.com/office/powerpoint/2010/main" val="1818567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85800" tIns="180975" rIns="685800" bIns="11430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背景</a:t>
            </a:r>
          </a:p>
        </p:txBody>
      </p:sp>
      <p:sp>
        <p:nvSpPr>
          <p:cNvPr id="2" name="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页面主题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连续段落说明研究问题、关键依据和分析。每一段围绕一个明确的判断展开。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major">
            <a:extLst xmlns:a="http://schemas.openxmlformats.org/drawingml/2006/main">
              <a:ext uri="{FF2B5EF4-FFF2-40B4-BE49-F238E27FC236}">
                <a16:creationId xmlns:a16="http://schemas.microsoft.com/office/drawing/2014/main" id="{6FC7A837-49DC-46B5-BAD4-516589E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85800" tIns="180975" rIns="685800" bIns="11430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minor">
            <a:extLst xmlns:a="http://schemas.openxmlformats.org/drawingml/2006/main">
              <a:ext uri="{FF2B5EF4-FFF2-40B4-BE49-F238E27FC236}">
                <a16:creationId xmlns:a16="http://schemas.microsoft.com/office/drawing/2014/main" id="{61608ED6-2FBD-4FD9-96B7-4E72F17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页面主题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BFBC44C-E97F-4069-93BD-49FB88E5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3340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围绕完整原图说明研究流程或关键发现。</a:t>
            </a:r>
          </a:p>
        </p:txBody>
      </p:sp>
      <p:sp>
        <p:nvSpPr>
          <p:cNvPr id="4" name="source_1">
            <a:extLst xmlns:a="http://schemas.openxmlformats.org/drawingml/2006/main">
              <a:ext uri="{FF2B5EF4-FFF2-40B4-BE49-F238E27FC236}">
                <a16:creationId xmlns:a16="http://schemas.microsoft.com/office/drawing/2014/main" id="{EDF8D339-8F6E-4FF7-B7F2-7998C45B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4648200" cy="47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rPr>
              <a:t>完整原图</a:t>
            </a:r>
          </a:p>
        </p:txBody>
      </p:sp>
    </p:spTree>
    <p:extLst>
      <p:ext uri="{BB962C8B-B14F-4D97-AF65-F5344CB8AC3E}">
        <p14:creationId xmlns:p14="http://schemas.microsoft.com/office/powerpoint/2010/main" val="787445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major">
            <a:extLst xmlns:a="http://schemas.openxmlformats.org/drawingml/2006/main">
              <a:ext uri="{FF2B5EF4-FFF2-40B4-BE49-F238E27FC236}">
                <a16:creationId xmlns:a16="http://schemas.microsoft.com/office/drawing/2014/main" id="{28715485-32EA-4BAE-BF9F-86E0483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85800" tIns="180975" rIns="685800" bIns="11430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结果</a:t>
            </a:r>
          </a:p>
        </p:txBody>
      </p:sp>
      <p:sp>
        <p:nvSpPr>
          <p:cNvPr id="2" name="minor">
            <a:extLst xmlns:a="http://schemas.openxmlformats.org/drawingml/2006/main">
              <a:ext uri="{FF2B5EF4-FFF2-40B4-BE49-F238E27FC236}">
                <a16:creationId xmlns:a16="http://schemas.microsoft.com/office/drawing/2014/main" id="{93593D65-2BA2-4EFF-A9F3-9FD1D92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页面主题</a:t>
            </a:r>
          </a:p>
        </p:txBody>
      </p:sp>
      <p:sp>
        <p:nvSpPr>
          <p:cNvPr id="3" name="source_1">
            <a:extLst xmlns:a="http://schemas.openxmlformats.org/drawingml/2006/main">
              <a:ext uri="{FF2B5EF4-FFF2-40B4-BE49-F238E27FC236}">
                <a16:creationId xmlns:a16="http://schemas.microsoft.com/office/drawing/2014/main" id="{EAA5B608-9A5F-4F49-B289-A284B20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rPr>
              <a:t>原文图表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4DF86CA-4A4A-4A1D-8745-C15F834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用必要的数值与连续文字提炼重要发现。</a:t>
            </a:r>
          </a:p>
        </p:txBody>
      </p:sp>
    </p:spTree>
    <p:extLst>
      <p:ext uri="{BB962C8B-B14F-4D97-AF65-F5344CB8AC3E}">
        <p14:creationId xmlns:p14="http://schemas.microsoft.com/office/powerpoint/2010/main" val="1523658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jor">
            <a:extLst xmlns:a="http://schemas.openxmlformats.org/drawingml/2006/main">
              <a:ext uri="{FF2B5EF4-FFF2-40B4-BE49-F238E27FC236}">
                <a16:creationId xmlns:a16="http://schemas.microsoft.com/office/drawing/2014/main" id="{4D463452-BEF1-4881-9979-F5F2C39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85800" tIns="180975" rIns="685800" bIns="11430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结果</a:t>
            </a:r>
          </a:p>
        </p:txBody>
      </p:sp>
      <p:sp>
        <p:nvSpPr>
          <p:cNvPr id="2" name="minor">
            <a:extLst xmlns:a="http://schemas.openxmlformats.org/drawingml/2006/main">
              <a:ext uri="{FF2B5EF4-FFF2-40B4-BE49-F238E27FC236}">
                <a16:creationId xmlns:a16="http://schemas.microsoft.com/office/drawing/2014/main" id="{6FB49D75-340B-44EC-9555-0074875E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页面主题</a:t>
            </a:r>
          </a:p>
        </p:txBody>
      </p:sp>
      <p:sp>
        <p:nvSpPr>
          <p:cNvPr id="3" name="source_1">
            <a:extLst xmlns:a="http://schemas.openxmlformats.org/drawingml/2006/main">
              <a:ext uri="{FF2B5EF4-FFF2-40B4-BE49-F238E27FC236}">
                <a16:creationId xmlns:a16="http://schemas.microsoft.com/office/drawing/2014/main" id="{FC004E10-B24F-4CE9-9B7C-2B14CFCD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rPr>
              <a:t>原文图一</a:t>
            </a:r>
          </a:p>
        </p:txBody>
      </p:sp>
      <p:sp>
        <p:nvSpPr>
          <p:cNvPr id="4" name="source_2">
            <a:extLst xmlns:a="http://schemas.openxmlformats.org/drawingml/2006/main">
              <a:ext uri="{FF2B5EF4-FFF2-40B4-BE49-F238E27FC236}">
                <a16:creationId xmlns:a16="http://schemas.microsoft.com/office/drawing/2014/main" id="{C9D24194-0FE1-47EA-B301-D4B0D05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8287"/>
                </a:solidFill>
                <a:latin typeface="Hiragino Sans GB"/>
                <a:ea typeface="Hiragino Sans GB"/>
                <a:cs typeface="Hiragino Sans GB"/>
              </a:rPr>
              <a:t>原文图二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0930518-1A19-437E-A891-B4AB0AB8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围绕两张原图说明关键比较与结果。</a:t>
            </a:r>
          </a:p>
        </p:txBody>
      </p:sp>
    </p:spTree>
    <p:extLst>
      <p:ext uri="{BB962C8B-B14F-4D97-AF65-F5344CB8AC3E}">
        <p14:creationId xmlns:p14="http://schemas.microsoft.com/office/powerpoint/2010/main" val="577958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2026-10-18T09:25:10.8030000Z</dcterms:created>
  <dcterms:modified xsi:type="dcterms:W3CDTF">2026-10-18T09:25:10.8030000Z</dcterms:modified>
</coreProperties>
</file>